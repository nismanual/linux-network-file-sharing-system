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Medium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988500" cy="6858000"/>
          </a:xfrm>
          <a:prstGeom prst="rect">
            <a:avLst/>
          </a:prstGeom>
          <a:solidFill>
            <a:srgbClr val="F0EEEA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3-1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LINUX · NETWORKING · KERNEL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769331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spc="-148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Linux Network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spc="-148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File Sharing System</a:t>
            </a:r>
            <a:endParaRPr lang="en-US" sz="7400" dirty="0"/>
          </a:p>
        </p:txBody>
      </p:sp>
      <p:sp>
        <p:nvSpPr>
          <p:cNvPr id="4" name="Shape 2"/>
          <p:cNvSpPr/>
          <p:nvPr/>
        </p:nvSpPr>
        <p:spPr>
          <a:xfrm>
            <a:off x="609585" y="2971105"/>
            <a:ext cx="3553828" cy="38100"/>
          </a:xfrm>
          <a:prstGeom prst="roundRect">
            <a:avLst>
              <a:gd name="adj" fmla="val 49999"/>
            </a:avLst>
          </a:prstGeom>
          <a:solidFill>
            <a:srgbClr val="9C928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212405"/>
            <a:ext cx="1137891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C/C++ · Linux · TCP/IP · Character Device Driver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988500" y="0"/>
            <a:ext cx="203195" cy="6858000"/>
          </a:xfrm>
          <a:prstGeom prst="rect">
            <a:avLst/>
          </a:prstGeom>
          <a:solidFill>
            <a:srgbClr val="F0EEEA"/>
          </a:solidFill>
          <a:ln w="19050">
            <a:solidFill>
              <a:srgbClr val="CCC4B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PROJECT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86752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 and demonstrate a complete Linux file-sharing system across user space and kernel space.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275112"/>
            <a:ext cx="10972526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TCP-based client-server file sharing in C.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a Linux character device driver.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Integrate the driver with the server workflow.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Demonstrate user-space/kernel-space communication.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 file validation and error handling.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SYSTEM PREMISE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 simple Linux file-sharing system needs both network and kernel-level coordination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94101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capstone connects a visible TCP workflow to the lower-level mechanics that make file access observable and controlled.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348607"/>
            <a:ext cx="3454314" cy="1800126"/>
          </a:xfrm>
          <a:prstGeom prst="roundRect">
            <a:avLst>
              <a:gd name="adj" fmla="val 8466"/>
            </a:avLst>
          </a:prstGeom>
          <a:solidFill>
            <a:srgbClr val="F0EEEA"/>
          </a:solidFill>
          <a:ln w="19050">
            <a:solidFill>
              <a:srgbClr val="CCC4B8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29" y="2596257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7229" y="3145532"/>
            <a:ext cx="295902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Share over TCP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57229" y="3509963"/>
            <a:ext cx="295902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Linux clients and a server exchange file requests.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8691" y="2348607"/>
            <a:ext cx="3454314" cy="1800126"/>
          </a:xfrm>
          <a:prstGeom prst="roundRect">
            <a:avLst>
              <a:gd name="adj" fmla="val 8466"/>
            </a:avLst>
          </a:prstGeom>
          <a:solidFill>
            <a:srgbClr val="F0EEEA"/>
          </a:solidFill>
          <a:ln w="19050">
            <a:solidFill>
              <a:srgbClr val="CCC4B8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335" y="2596257"/>
            <a:ext cx="444489" cy="444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6335" y="3145532"/>
            <a:ext cx="295902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Prove the concept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16335" y="3509963"/>
            <a:ext cx="295902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working capstone demonstrates system-level coordination.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27797" y="2348607"/>
            <a:ext cx="3454314" cy="1800126"/>
          </a:xfrm>
          <a:prstGeom prst="roundRect">
            <a:avLst>
              <a:gd name="adj" fmla="val 8466"/>
            </a:avLst>
          </a:prstGeom>
          <a:solidFill>
            <a:srgbClr val="F0EEEA"/>
          </a:solidFill>
          <a:ln w="19050">
            <a:solidFill>
              <a:srgbClr val="CCC4B8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40" y="2596257"/>
            <a:ext cx="444489" cy="444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75440" y="3145532"/>
            <a:ext cx="295902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Cross the boundary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375440" y="3509963"/>
            <a:ext cx="295902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character device driver joins the file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95140"/>
            <a:ext cx="414525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854795"/>
            <a:ext cx="3535671" cy="2234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project combines TCP services with a shared-file backend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4267498"/>
            <a:ext cx="353567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Client requests travel over TCP to the server, which coordinates shared files and the character device driver before reaching the Linux kernel.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118" y="1189137"/>
            <a:ext cx="5912992" cy="447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USER SPACE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Client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↓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TCP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SERVER / FILES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↓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Server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↓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Shared Files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↓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Character Device Driver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3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KERNEL SPACE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↓</a:t>
            </a:r>
            <a:endParaRPr lang="en-US" sz="18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Linux Kernel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14525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WORKING / DATA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3535671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How a request moves through the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387997"/>
            <a:ext cx="3535671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client sends a command over TCP; the server validates it, processes the request, and reaches the shared file store through the device interface.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118" y="609600"/>
            <a:ext cx="5912992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Client</a:t>
            </a:r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TCP Socket</a:t>
            </a:r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Server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├──→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Command Processing</a:t>
            </a:r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Shared Files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└──→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/dev/capstone_device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　　 ↓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　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Character Driver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　　 ↓</a:t>
            </a:r>
            <a:endParaRPr lang="en-US" sz="170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　 </a:t>
            </a:r>
            <a:pPr algn="ctr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Linux Kernel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49971" y="2928342"/>
            <a:ext cx="1951286" cy="19050"/>
          </a:xfrm>
          <a:prstGeom prst="roundRect">
            <a:avLst>
              <a:gd name="adj" fmla="val 49999"/>
            </a:avLst>
          </a:prstGeom>
          <a:solidFill>
            <a:srgbClr val="9C9283"/>
          </a:solidFill>
          <a:ln/>
        </p:spPr>
      </p:sp>
      <p:sp>
        <p:nvSpPr>
          <p:cNvPr id="7" name="Text 5"/>
          <p:cNvSpPr/>
          <p:nvPr/>
        </p:nvSpPr>
        <p:spPr>
          <a:xfrm>
            <a:off x="5669118" y="3150592"/>
            <a:ext cx="5912992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Upload: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The client sends the filename and file data over TCP. The server validates the filename and stores the file in the shared-file directory. The server also sends a file-operation event to /dev/capstone_device for driver-level logging.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Download: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The server reads the requested file from the shared-file directory and streams its contents back to the client over TCP. The corresponding operation can also be logged through the character device driver.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BUILD TOOLCHAIN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implementation is built from familiar Linux development tools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14017"/>
            <a:ext cx="444489" cy="44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217267"/>
            <a:ext cx="34289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 / C++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9585" y="3581698"/>
            <a:ext cx="365750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Client, server, and driver-facing logic.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88" y="2614017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5688" y="3217267"/>
            <a:ext cx="320032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Linux / Ubuntu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495688" y="3581698"/>
            <a:ext cx="342891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operating environment.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96" y="2614017"/>
            <a:ext cx="444489" cy="44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53196" y="3217267"/>
            <a:ext cx="34289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TCP/IP sockets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153196" y="3581698"/>
            <a:ext cx="342891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Network communication.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234458"/>
            <a:ext cx="444489" cy="444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585" y="4837708"/>
            <a:ext cx="342891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GCC + GNU Make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09585" y="5202138"/>
            <a:ext cx="365750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Compilation and builds.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4234458"/>
            <a:ext cx="444489" cy="444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95688" y="4837708"/>
            <a:ext cx="708642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Git / GitHub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4495688" y="5202138"/>
            <a:ext cx="708642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Source control and documentation.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260743" y="2614017"/>
            <a:ext cx="12700" cy="1391841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Shape 13"/>
          <p:cNvSpPr/>
          <p:nvPr/>
        </p:nvSpPr>
        <p:spPr>
          <a:xfrm>
            <a:off x="7918252" y="2614017"/>
            <a:ext cx="12700" cy="1391841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1" name="Shape 14"/>
          <p:cNvSpPr/>
          <p:nvPr/>
        </p:nvSpPr>
        <p:spPr>
          <a:xfrm>
            <a:off x="609585" y="3999508"/>
            <a:ext cx="3657509" cy="1270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2" name="Shape 15"/>
          <p:cNvSpPr/>
          <p:nvPr/>
        </p:nvSpPr>
        <p:spPr>
          <a:xfrm>
            <a:off x="4260743" y="4005858"/>
            <a:ext cx="12700" cy="1391841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3" name="Shape 16"/>
          <p:cNvSpPr/>
          <p:nvPr/>
        </p:nvSpPr>
        <p:spPr>
          <a:xfrm>
            <a:off x="4267093" y="3999508"/>
            <a:ext cx="7315017" cy="12700"/>
          </a:xfrm>
          <a:prstGeom prst="rect">
            <a:avLst/>
          </a:prstGeom>
          <a:solidFill>
            <a:srgbClr val="3A3A3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COMMAND SURFACE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Six operations cover the core file-sharing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494036"/>
            <a:ext cx="3505112" cy="1055291"/>
          </a:xfrm>
          <a:prstGeom prst="roundRect">
            <a:avLst>
              <a:gd name="adj" fmla="val 14441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7229" y="1741686"/>
            <a:ext cx="300982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LIST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7229" y="2106116"/>
            <a:ext cx="32574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Show available shared files.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19489" y="1494036"/>
            <a:ext cx="3352716" cy="1055291"/>
          </a:xfrm>
          <a:prstGeom prst="roundRect">
            <a:avLst>
              <a:gd name="adj" fmla="val 14441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7133" y="1741686"/>
            <a:ext cx="285742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INFO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67133" y="2106116"/>
            <a:ext cx="3105072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Inspect file information.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76998" y="1494036"/>
            <a:ext cx="3505112" cy="1055291"/>
          </a:xfrm>
          <a:prstGeom prst="roundRect">
            <a:avLst>
              <a:gd name="adj" fmla="val 14441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4642" y="1741686"/>
            <a:ext cx="300982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SEARCH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4642" y="2106116"/>
            <a:ext cx="32574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Find a file by name or query.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585" y="2854127"/>
            <a:ext cx="3505112" cy="1055291"/>
          </a:xfrm>
          <a:prstGeom prst="roundRect">
            <a:avLst>
              <a:gd name="adj" fmla="val 14441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7229" y="3101777"/>
            <a:ext cx="300982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DOWNLOAD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7229" y="3466207"/>
            <a:ext cx="32574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Transfer a file from server to client.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19489" y="2854127"/>
            <a:ext cx="3352716" cy="1055291"/>
          </a:xfrm>
          <a:prstGeom prst="roundRect">
            <a:avLst>
              <a:gd name="adj" fmla="val 14441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7133" y="3101777"/>
            <a:ext cx="285742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UPLOAD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7133" y="3466207"/>
            <a:ext cx="3105072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Transfer a file from client to server.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76998" y="2854127"/>
            <a:ext cx="3505112" cy="1055291"/>
          </a:xfrm>
          <a:prstGeom prst="roundRect">
            <a:avLst>
              <a:gd name="adj" fmla="val 14441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4642" y="3101777"/>
            <a:ext cx="300982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EXIT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4642" y="3466207"/>
            <a:ext cx="3257469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Close the session cleanly.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19560"/>
            <a:ext cx="408423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DRIVER CONTRACT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79216"/>
            <a:ext cx="3474653" cy="2234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character driver exposes a controlled user-space to kernel-space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4391918"/>
            <a:ext cx="347465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server talks to one device node through a small, explicit set of operations and safe copy routines.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50912" y="240209"/>
            <a:ext cx="7040783" cy="2282031"/>
          </a:xfrm>
          <a:prstGeom prst="rect">
            <a:avLst/>
          </a:prstGeom>
          <a:solidFill>
            <a:srgbClr val="F0EEEA"/>
          </a:solidFill>
          <a:ln/>
        </p:spPr>
      </p:sp>
      <p:sp>
        <p:nvSpPr>
          <p:cNvPr id="6" name="Text 4"/>
          <p:cNvSpPr/>
          <p:nvPr/>
        </p:nvSpPr>
        <p:spPr>
          <a:xfrm>
            <a:off x="5760497" y="849809"/>
            <a:ext cx="58216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40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SERVER · USER SPACE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60497" y="1256209"/>
            <a:ext cx="5821614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A8B8A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/dev/capstone_device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A8B8A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open(), read(), write(), release()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497" y="3131840"/>
            <a:ext cx="643119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↓ SAFE DATA MOVEMENT ↑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50912" y="3928070"/>
            <a:ext cx="7040783" cy="2689622"/>
          </a:xfrm>
          <a:prstGeom prst="rect">
            <a:avLst/>
          </a:prstGeom>
          <a:solidFill>
            <a:srgbClr val="F2EDE4"/>
          </a:solidFill>
          <a:ln/>
        </p:spPr>
      </p:sp>
      <p:sp>
        <p:nvSpPr>
          <p:cNvPr id="10" name="Text 8"/>
          <p:cNvSpPr/>
          <p:nvPr/>
        </p:nvSpPr>
        <p:spPr>
          <a:xfrm>
            <a:off x="5760497" y="4537670"/>
            <a:ext cx="58216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-40" kern="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CHARACTER DRIVER · KERNEL SPACE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60497" y="4944070"/>
            <a:ext cx="5821614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8574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copy_from_user()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receives data safely.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8574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copy_to_user()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returns data safely.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85742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printk()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records kernel events.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OBSERVABLE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Every file operation can leave an observable driver trace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86967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File Operation → Server → /dev/capstone_device → Character Driver → Kernel Log (dmesg)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33873"/>
            <a:ext cx="5257668" cy="38100"/>
          </a:xfrm>
          <a:prstGeom prst="roundRect">
            <a:avLst>
              <a:gd name="adj" fmla="val 49999"/>
            </a:avLst>
          </a:prstGeom>
          <a:solidFill>
            <a:srgbClr val="9C928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921198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workflow links a user-visible command to evidence at the kernel boundary.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2" y="1494036"/>
            <a:ext cx="5257668" cy="2206823"/>
          </a:xfrm>
          <a:prstGeom prst="roundRect">
            <a:avLst>
              <a:gd name="adj" fmla="val 3384"/>
            </a:avLst>
          </a:prstGeom>
          <a:solidFill>
            <a:srgbClr val="F0EEEA"/>
          </a:solidFill>
          <a:ln w="19050">
            <a:solidFill>
              <a:srgbClr val="CCC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086" y="1741686"/>
            <a:ext cx="50100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DRIVER TRACE · DMESG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72086" y="2033091"/>
            <a:ext cx="501002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 dmesg | tail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72086" y="2324497"/>
            <a:ext cx="4762381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Capstone Driver: device opened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Capstone Driver: data written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Capstone Driver: data read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Capstone Driver: device closed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END-TO-END 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test matrix shows the system working end to end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34027" y="609600"/>
          <a:ext cx="4648084" cy="914400"/>
        </p:xfrm>
        <a:graphic>
          <a:graphicData uri="http://schemas.openxmlformats.org/drawingml/2006/table">
            <a:tbl>
              <a:tblPr/>
              <a:tblGrid>
                <a:gridCol w="3387343"/>
                <a:gridCol w="993949"/>
                <a:gridCol w="26679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Test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Result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Driver compilation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Driver loading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Device access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Client-server connection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File listing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File information/search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Download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Upload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Driver integration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PASS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F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7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1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INPUT DISCIPLINE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Secure filename handling keeps the file workflow predictable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941016"/>
            <a:ext cx="5333867" cy="1817787"/>
          </a:xfrm>
          <a:prstGeom prst="roundRect">
            <a:avLst>
              <a:gd name="adj" fmla="val 8384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29" y="2188666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229" y="2649041"/>
            <a:ext cx="483857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Constrain context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7229" y="3013472"/>
            <a:ext cx="483857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Keep filename handling constrained to the shared-file context.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48244" y="1941016"/>
            <a:ext cx="5333867" cy="1817787"/>
          </a:xfrm>
          <a:prstGeom prst="roundRect">
            <a:avLst>
              <a:gd name="adj" fmla="val 8384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887" y="2188666"/>
            <a:ext cx="355591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5887" y="2649041"/>
            <a:ext cx="483857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Validate first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95887" y="3013472"/>
            <a:ext cx="5086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Validate names before file operations.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9585" y="4063603"/>
            <a:ext cx="5333867" cy="1568946"/>
          </a:xfrm>
          <a:prstGeom prst="roundRect">
            <a:avLst>
              <a:gd name="adj" fmla="val 9713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29" y="4311253"/>
            <a:ext cx="355591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229" y="4771628"/>
            <a:ext cx="483857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Separate concerns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57229" y="5136059"/>
            <a:ext cx="5086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Separate client commands from server-side file paths.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48244" y="4063603"/>
            <a:ext cx="5333867" cy="1568946"/>
          </a:xfrm>
          <a:prstGeom prst="roundRect">
            <a:avLst>
              <a:gd name="adj" fmla="val 9713"/>
            </a:avLst>
          </a:prstGeom>
          <a:solidFill>
            <a:srgbClr val="F0EEEA"/>
          </a:solidFill>
          <a:ln w="19050">
            <a:solidFill>
              <a:srgbClr val="9C9283"/>
            </a:solidFill>
            <a:prstDash val="solid"/>
          </a:ln>
          <a:effectLst>
            <a:outerShdw sx="100000" sy="100000" kx="0" ky="0" algn="bl" rotWithShape="0" blurRad="201930" dist="127" dir="16200000">
              <a:srgbClr val="9c9283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87" y="4311253"/>
            <a:ext cx="355591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5887" y="4771628"/>
            <a:ext cx="483857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spc="-3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Close cleanly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495887" y="5136059"/>
            <a:ext cx="5086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Close sessions and device access cleanly.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295654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ENGINEERING TRADE-OFFS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234696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941016"/>
            <a:ext cx="234696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implementation addressed the boundaries where networking, filesystem safety, and kernel integration meet.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408" y="609600"/>
          <a:ext cx="7101702" cy="914400"/>
        </p:xfrm>
        <a:graphic>
          <a:graphicData uri="http://schemas.openxmlformats.org/drawingml/2006/table">
            <a:tbl>
              <a:tblPr/>
              <a:tblGrid>
                <a:gridCol w="2840661"/>
                <a:gridCol w="426104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Challenge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Solution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TCP command/data boundary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Read the command until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\n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.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Unsafe filenames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Validate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, and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\\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.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User/kernel data transfer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Use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copy_to_user()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 /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copy_from_user()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.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Driver communication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Use 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/dev/capstone_device</a:t>
                      </a:r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.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Reproducible driver build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C4C4C"/>
                          </a:solidFill>
                          <a:latin typeface="Noto Serif" pitchFamily="34" charset="0"/>
                          <a:ea typeface="Noto Serif" pitchFamily="34" charset="-122"/>
                          <a:cs typeface="Noto Serif" pitchFamily="34" charset="-120"/>
                        </a:rPr>
                        <a:t>Use a kernel Makefile.</a:t>
                      </a:r>
                      <a:endParaRPr lang="en-US" sz="1400" dirty="0">
                        <a:latin typeface="Noto Serif" charset="0"/>
                        <a:ea typeface="Noto Serif" charset="0"/>
                        <a:cs typeface="Noto Serif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DFB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879600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CAPSTONE DEMONSTRATION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139255"/>
            <a:ext cx="1076933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spc="-64" kern="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capstone proves network transfer and driver integration in one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211016"/>
            <a:ext cx="10769331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Functional Linux network file-sharing system.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TCP-based file transfer across Linux clients and server.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Character driver successfully integrated with the server workflow.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Tested on Ubuntu Linux.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Source code and documentation available on GitHub.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4791770"/>
            <a:ext cx="1137891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Demo flow: connect → LIST → INFO or SEARCH → DOWNLOAD / UPLOAD → show dmesg evidence.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2026-10-03T21:18:51Z</dcterms:created>
  <dcterms:modified xsi:type="dcterms:W3CDTF">2026-10-03T21:18:51Z</dcterms:modified>
</cp:coreProperties>
</file>